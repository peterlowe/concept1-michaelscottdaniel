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751012" y="609601"/>
            <a:ext cx="8676222" cy="3200400"/>
          </a:xfrm>
        </p:spPr>
        <p:txBody>
          <a:bodyPr anchor="b">
            <a:normAutofit/>
          </a:bodyPr>
          <a:lstStyle>
            <a:lvl1pPr algn="ctr">
              <a:defRPr sz="48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1751012" y="3886200"/>
            <a:ext cx="8676222" cy="1905000"/>
          </a:xfrm>
        </p:spPr>
        <p:txBody>
          <a:bodyPr anchor="t">
            <a:normAutofit/>
          </a:bodyPr>
          <a:lstStyle>
            <a:lvl1pPr marL="0" indent="0" algn="ctr">
              <a:buNone/>
              <a:defRPr sz="2100">
                <a:gradFill flip="none" rotWithShape="1">
                  <a:gsLst>
                    <a:gs pos="0">
                      <a:schemeClr val="tx1"/>
                    </a:gs>
                    <a:gs pos="100000">
                      <a:schemeClr val="tx1">
                        <a:lumMod val="75000"/>
                      </a:schemeClr>
                    </a:gs>
                  </a:gsLst>
                  <a:lin ang="5400000" scaled="0"/>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3744480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411298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751013" y="3308581"/>
            <a:ext cx="8686800" cy="1468800"/>
          </a:xfrm>
        </p:spPr>
        <p:txBody>
          <a:bodyPr anchor="b"/>
          <a:lstStyle>
            <a:lvl1pPr algn="r">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1751011" y="4777381"/>
            <a:ext cx="8686801" cy="860400"/>
          </a:xfrm>
        </p:spPr>
        <p:txBody>
          <a:bodyPr anchor="t">
            <a:normAutofit/>
          </a:bodyPr>
          <a:lstStyle>
            <a:lvl1pPr marL="0" indent="0" algn="r">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1779179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2" y="2666999"/>
            <a:ext cx="4876800"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0612" y="2667000"/>
            <a:ext cx="4876800"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578190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429280" y="2658533"/>
            <a:ext cx="4588931"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2" y="3243262"/>
            <a:ext cx="4876800"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43133" y="2667000"/>
            <a:ext cx="4604280"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0612" y="3243262"/>
            <a:ext cx="4876801" cy="2547937"/>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FE8AFC3-B289-4F9C-94F2-3AE2379794A7}" type="datetimeFigureOut">
              <a:rPr lang="en-IE" smtClean="0"/>
              <a:t>12/11/2021</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7586707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FE8AFC3-B289-4F9C-94F2-3AE2379794A7}" type="datetimeFigureOut">
              <a:rPr lang="en-IE" smtClean="0"/>
              <a:t>12/11/2021</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7890532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FE8AFC3-B289-4F9C-94F2-3AE2379794A7}" type="datetimeFigureOut">
              <a:rPr lang="en-IE" smtClean="0"/>
              <a:t>12/11/2021</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78349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3549121"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103812" y="609601"/>
            <a:ext cx="5943601" cy="51816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1411" y="2971800"/>
            <a:ext cx="3549121"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206161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1600200"/>
            <a:ext cx="5334001"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33733" y="-18288"/>
            <a:ext cx="3276599"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1" y="2971800"/>
            <a:ext cx="5334001" cy="1828800"/>
          </a:xfrm>
        </p:spPr>
        <p:txBody>
          <a:bodyP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a:xfrm>
            <a:off x="6399212" y="5883275"/>
            <a:ext cx="914400" cy="365125"/>
          </a:xfrm>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a:xfrm>
            <a:off x="1141412" y="5883275"/>
            <a:ext cx="5105400" cy="365125"/>
          </a:xfrm>
        </p:spPr>
        <p:txBody>
          <a:bodyPr/>
          <a:lstStyle/>
          <a:p>
            <a:endParaRPr lang="en-IE"/>
          </a:p>
        </p:txBody>
      </p:sp>
      <p:sp>
        <p:nvSpPr>
          <p:cNvPr id="7" name="Slide Number Placeholder 6"/>
          <p:cNvSpPr>
            <a:spLocks noGrp="1"/>
          </p:cNvSpPr>
          <p:nvPr>
            <p:ph type="sldNum" sz="quarter" idx="12"/>
          </p:nvPr>
        </p:nvSpPr>
        <p:spPr>
          <a:xfrm>
            <a:off x="10742612" y="5883275"/>
            <a:ext cx="322567" cy="365125"/>
          </a:xfrm>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9025103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4732865"/>
            <a:ext cx="99060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796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41413" y="5299603"/>
            <a:ext cx="99060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2FE8AFC3-B289-4F9C-94F2-3AE2379794A7}" type="datetimeFigureOut">
              <a:rPr lang="en-IE" smtClean="0"/>
              <a:t>12/11/2021</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30048095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3124199"/>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1" y="4343400"/>
            <a:ext cx="9906000" cy="1447800"/>
          </a:xfrm>
        </p:spPr>
        <p:txBody>
          <a:bodyPr anchor="ctr">
            <a:normAutofit/>
          </a:bodyPr>
          <a:lstStyle>
            <a:lvl1pPr marL="0" indent="0" algn="l">
              <a:buNone/>
              <a:defRPr sz="20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4989158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41411" y="4343400"/>
            <a:ext cx="9906000" cy="1447800"/>
          </a:xfrm>
        </p:spPr>
        <p:txBody>
          <a:bodyPr vert="horz" lIns="91440" tIns="45720" rIns="91440" bIns="45720" rtlCol="0" anchor="ctr">
            <a:normAutofit/>
          </a:bodyPr>
          <a:lstStyle>
            <a:lvl1pPr>
              <a:buNone/>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4237004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08581"/>
            <a:ext cx="9906000" cy="14688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1141410" y="4777381"/>
            <a:ext cx="9906001" cy="860400"/>
          </a:xfrm>
        </p:spPr>
        <p:txBody>
          <a:bodyPr vert="horz" lIns="91440" tIns="45720" rIns="91440" bIns="45720" rtlCol="0" anchor="t">
            <a:normAutofit/>
          </a:bodyPr>
          <a:lstStyle>
            <a:lvl1pPr>
              <a:defRPr lang="en-US" sz="2000">
                <a:gradFill flip="none" rotWithShape="1">
                  <a:gsLst>
                    <a:gs pos="0">
                      <a:schemeClr val="tx1"/>
                    </a:gs>
                    <a:gs pos="100000">
                      <a:schemeClr val="tx1">
                        <a:lumMod val="75000"/>
                      </a:schemeClr>
                    </a:gs>
                  </a:gsLst>
                  <a:lin ang="5400000" scaled="0"/>
                  <a:tileRect/>
                </a:gradFill>
              </a:defRPr>
            </a:lvl1pPr>
          </a:lstStyle>
          <a:p>
            <a:pPr marL="0" lvl="0" indent="0">
              <a:buNone/>
            </a:pPr>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536602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836612" y="7868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10437812"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446213" y="609601"/>
            <a:ext cx="9296398" cy="2743199"/>
          </a:xfrm>
        </p:spPr>
        <p:txBody>
          <a:bodyPr anchor="ctr">
            <a:normAutofit/>
          </a:bodyPr>
          <a:lstStyle>
            <a:lvl1pPr algn="l">
              <a:defRPr sz="32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41412" y="3886200"/>
            <a:ext cx="9906000" cy="889000"/>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775200"/>
            <a:ext cx="9906000" cy="10160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2824295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41412" y="609601"/>
            <a:ext cx="9905999"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41412" y="3505200"/>
            <a:ext cx="9906000" cy="838200"/>
          </a:xfrm>
        </p:spPr>
        <p:txBody>
          <a:bodyPr vert="horz" lIns="91440" tIns="45720" rIns="91440" bIns="45720" rtlCol="0" anchor="b">
            <a:normAutofit/>
          </a:bodyPr>
          <a:lstStyle>
            <a:lvl1pPr>
              <a:buNone/>
              <a:defRPr lang="en-US" sz="28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41411" y="4343400"/>
            <a:ext cx="9906000" cy="1447800"/>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7196700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14487110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609599"/>
            <a:ext cx="2210514"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2" y="609600"/>
            <a:ext cx="7543800"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FE8AFC3-B289-4F9C-94F2-3AE2379794A7}" type="datetimeFigureOut">
              <a:rPr lang="en-IE" smtClean="0"/>
              <a:t>12/11/2021</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E39C145A-1638-408D-ACDA-8340F1659AB8}" type="slidenum">
              <a:rPr lang="en-IE" smtClean="0"/>
              <a:t>‹#›</a:t>
            </a:fld>
            <a:endParaRPr lang="en-IE"/>
          </a:p>
        </p:txBody>
      </p:sp>
    </p:spTree>
    <p:extLst>
      <p:ext uri="{BB962C8B-B14F-4D97-AF65-F5344CB8AC3E}">
        <p14:creationId xmlns:p14="http://schemas.microsoft.com/office/powerpoint/2010/main" val="22286569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41413" y="609600"/>
            <a:ext cx="9905998" cy="190500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141413" y="2666999"/>
            <a:ext cx="9905998" cy="3124201"/>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837612" y="5883275"/>
            <a:ext cx="1600200"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2FE8AFC3-B289-4F9C-94F2-3AE2379794A7}" type="datetimeFigureOut">
              <a:rPr lang="en-IE" smtClean="0"/>
              <a:t>12/11/2021</a:t>
            </a:fld>
            <a:endParaRPr lang="en-IE"/>
          </a:p>
        </p:txBody>
      </p:sp>
      <p:sp>
        <p:nvSpPr>
          <p:cNvPr id="5" name="Footer Placeholder 4"/>
          <p:cNvSpPr>
            <a:spLocks noGrp="1"/>
          </p:cNvSpPr>
          <p:nvPr>
            <p:ph type="ftr" sz="quarter" idx="3"/>
          </p:nvPr>
        </p:nvSpPr>
        <p:spPr>
          <a:xfrm>
            <a:off x="1141412" y="5883275"/>
            <a:ext cx="7543800" cy="365125"/>
          </a:xfrm>
          <a:prstGeom prst="rect">
            <a:avLst/>
          </a:prstGeom>
        </p:spPr>
        <p:txBody>
          <a:bodyPr vert="horz" lIns="91440" tIns="45720" rIns="91440" bIns="45720" rtlCol="0" anchor="ctr"/>
          <a:lstStyle>
            <a:lvl1pPr algn="l">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IE"/>
          </a:p>
        </p:txBody>
      </p:sp>
      <p:sp>
        <p:nvSpPr>
          <p:cNvPr id="6" name="Slide Number Placeholder 5"/>
          <p:cNvSpPr>
            <a:spLocks noGrp="1"/>
          </p:cNvSpPr>
          <p:nvPr>
            <p:ph type="sldNum" sz="quarter" idx="4"/>
          </p:nvPr>
        </p:nvSpPr>
        <p:spPr>
          <a:xfrm>
            <a:off x="10514012" y="5883275"/>
            <a:ext cx="551167" cy="365125"/>
          </a:xfrm>
          <a:prstGeom prst="rect">
            <a:avLst/>
          </a:prstGeom>
        </p:spPr>
        <p:txBody>
          <a:bodyPr vert="horz" lIns="91440" tIns="45720" rIns="91440" bIns="45720" rtlCol="0" anchor="ctr"/>
          <a:lstStyle>
            <a:lvl1pPr algn="r">
              <a:defRPr sz="900" b="1" i="0">
                <a:solidFill>
                  <a:schemeClr val="tx1">
                    <a:lumMod val="75000"/>
                  </a:schemeClr>
                </a:solidFill>
                <a:effectLst>
                  <a:outerShdw blurRad="50800" dist="38100" dir="2700000" algn="tl" rotWithShape="0">
                    <a:srgbClr val="000000">
                      <a:alpha val="43000"/>
                    </a:srgbClr>
                  </a:outerShdw>
                </a:effectLst>
                <a:latin typeface="+mn-lt"/>
              </a:defRPr>
            </a:lvl1pPr>
          </a:lstStyle>
          <a:p>
            <a:fld id="{E39C145A-1638-408D-ACDA-8340F1659AB8}" type="slidenum">
              <a:rPr lang="en-IE" smtClean="0"/>
              <a:t>‹#›</a:t>
            </a:fld>
            <a:endParaRPr lang="en-IE"/>
          </a:p>
        </p:txBody>
      </p:sp>
    </p:spTree>
    <p:extLst>
      <p:ext uri="{BB962C8B-B14F-4D97-AF65-F5344CB8AC3E}">
        <p14:creationId xmlns:p14="http://schemas.microsoft.com/office/powerpoint/2010/main" val="1255283"/>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200" kern="1200" cap="all">
          <a:ln w="3175" cmpd="sng">
            <a:noFill/>
          </a:ln>
          <a:gradFill flip="none" rotWithShape="1">
            <a:gsLst>
              <a:gs pos="0">
                <a:schemeClr val="tx1"/>
              </a:gs>
              <a:gs pos="100000">
                <a:schemeClr val="tx1">
                  <a:lumMod val="65000"/>
                </a:schemeClr>
              </a:gs>
            </a:gsLst>
            <a:lin ang="558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00000"/>
        <a:buFont typeface="Arial"/>
        <a:buChar char="•"/>
        <a:defRPr sz="20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00000"/>
        <a:buFont typeface="Arial"/>
        <a:buChar char="•"/>
        <a:defRPr sz="18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00000"/>
        <a:buFont typeface="Arial"/>
        <a:buChar char="•"/>
        <a:defRPr sz="16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00000"/>
        <a:buFont typeface="Arial"/>
        <a:buChar char="•"/>
        <a:defRPr sz="14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200" kern="1200" cap="small">
          <a:gradFill flip="none" rotWithShape="1">
            <a:gsLst>
              <a:gs pos="0">
                <a:schemeClr val="tx1"/>
              </a:gs>
              <a:gs pos="100000">
                <a:schemeClr val="tx1">
                  <a:lumMod val="75000"/>
                </a:schemeClr>
              </a:gs>
            </a:gsLst>
            <a:lin ang="558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C9B32-EC48-46E1-BD66-A8CA9155C84D}"/>
              </a:ext>
            </a:extLst>
          </p:cNvPr>
          <p:cNvSpPr>
            <a:spLocks noGrp="1"/>
          </p:cNvSpPr>
          <p:nvPr>
            <p:ph type="ctrTitle"/>
          </p:nvPr>
        </p:nvSpPr>
        <p:spPr>
          <a:xfrm>
            <a:off x="1487009" y="119186"/>
            <a:ext cx="9217981" cy="1849838"/>
          </a:xfrm>
        </p:spPr>
        <p:txBody>
          <a:bodyPr/>
          <a:lstStyle/>
          <a:p>
            <a:r>
              <a:rPr lang="en-IE" dirty="0"/>
              <a:t>Need For Speed</a:t>
            </a:r>
            <a:br>
              <a:rPr lang="en-IE" dirty="0"/>
            </a:br>
            <a:r>
              <a:rPr lang="en-IE" dirty="0"/>
              <a:t>In Space</a:t>
            </a:r>
          </a:p>
        </p:txBody>
      </p:sp>
      <p:sp>
        <p:nvSpPr>
          <p:cNvPr id="3" name="Subtitle 2">
            <a:extLst>
              <a:ext uri="{FF2B5EF4-FFF2-40B4-BE49-F238E27FC236}">
                <a16:creationId xmlns:a16="http://schemas.microsoft.com/office/drawing/2014/main" id="{8FC6D03D-52A2-4557-9D45-8C89F0ADA4FB}"/>
              </a:ext>
            </a:extLst>
          </p:cNvPr>
          <p:cNvSpPr>
            <a:spLocks noGrp="1"/>
          </p:cNvSpPr>
          <p:nvPr>
            <p:ph type="subTitle" idx="1"/>
          </p:nvPr>
        </p:nvSpPr>
        <p:spPr>
          <a:xfrm>
            <a:off x="1524000" y="5083052"/>
            <a:ext cx="9144000" cy="1655762"/>
          </a:xfrm>
        </p:spPr>
        <p:txBody>
          <a:bodyPr>
            <a:normAutofit/>
          </a:bodyPr>
          <a:lstStyle/>
          <a:p>
            <a:r>
              <a:rPr lang="en-IE" sz="2400" dirty="0"/>
              <a:t>Need For Speed In Space will be an action racing game set in the vast danger of space. You will have to upgrade your vehicle to last longer in space races as you try and become the greatest driver to do it in this new frontier of racing.</a:t>
            </a:r>
          </a:p>
        </p:txBody>
      </p:sp>
      <p:pic>
        <p:nvPicPr>
          <p:cNvPr id="5" name="Picture 4">
            <a:extLst>
              <a:ext uri="{FF2B5EF4-FFF2-40B4-BE49-F238E27FC236}">
                <a16:creationId xmlns:a16="http://schemas.microsoft.com/office/drawing/2014/main" id="{E273D8F9-A1D5-4A16-943F-BA898E1FFB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1242" y="2084534"/>
            <a:ext cx="3609514" cy="2883008"/>
          </a:xfrm>
          <a:prstGeom prst="rect">
            <a:avLst/>
          </a:prstGeom>
        </p:spPr>
      </p:pic>
    </p:spTree>
    <p:extLst>
      <p:ext uri="{BB962C8B-B14F-4D97-AF65-F5344CB8AC3E}">
        <p14:creationId xmlns:p14="http://schemas.microsoft.com/office/powerpoint/2010/main" val="2658088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1AE877-9D7F-43BE-B31D-3399FEB78F13}"/>
              </a:ext>
            </a:extLst>
          </p:cNvPr>
          <p:cNvSpPr>
            <a:spLocks noGrp="1"/>
          </p:cNvSpPr>
          <p:nvPr>
            <p:ph type="title"/>
          </p:nvPr>
        </p:nvSpPr>
        <p:spPr/>
        <p:txBody>
          <a:bodyPr>
            <a:normAutofit/>
          </a:bodyPr>
          <a:lstStyle/>
          <a:p>
            <a:r>
              <a:rPr lang="en-IE" sz="3600" dirty="0"/>
              <a:t>World background</a:t>
            </a:r>
          </a:p>
        </p:txBody>
      </p:sp>
      <p:pic>
        <p:nvPicPr>
          <p:cNvPr id="5" name="Content Placeholder 4">
            <a:extLst>
              <a:ext uri="{FF2B5EF4-FFF2-40B4-BE49-F238E27FC236}">
                <a16:creationId xmlns:a16="http://schemas.microsoft.com/office/drawing/2014/main" id="{E4FC0F97-8C9D-4B33-9C04-B1299898E9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86917" y="1864661"/>
            <a:ext cx="4536141" cy="2862322"/>
          </a:xfrm>
        </p:spPr>
      </p:pic>
      <p:sp>
        <p:nvSpPr>
          <p:cNvPr id="8" name="TextBox 7">
            <a:extLst>
              <a:ext uri="{FF2B5EF4-FFF2-40B4-BE49-F238E27FC236}">
                <a16:creationId xmlns:a16="http://schemas.microsoft.com/office/drawing/2014/main" id="{795A1C22-4288-443D-82BF-CB7DF50CDF72}"/>
              </a:ext>
            </a:extLst>
          </p:cNvPr>
          <p:cNvSpPr txBox="1"/>
          <p:nvPr/>
        </p:nvSpPr>
        <p:spPr>
          <a:xfrm>
            <a:off x="1141413" y="2514600"/>
            <a:ext cx="5940705" cy="2862322"/>
          </a:xfrm>
          <a:prstGeom prst="rect">
            <a:avLst/>
          </a:prstGeom>
          <a:noFill/>
        </p:spPr>
        <p:txBody>
          <a:bodyPr wrap="square" rtlCol="0">
            <a:spAutoFit/>
          </a:bodyPr>
          <a:lstStyle/>
          <a:p>
            <a:pPr marL="285750" indent="-285750">
              <a:buFont typeface="Arial" panose="020B0604020202020204" pitchFamily="34" charset="0"/>
              <a:buChar char="•"/>
            </a:pPr>
            <a:r>
              <a:rPr lang="en-IE" dirty="0"/>
              <a:t>Based on outer space</a:t>
            </a:r>
          </a:p>
          <a:p>
            <a:pPr marL="285750" indent="-285750">
              <a:buFont typeface="Arial" panose="020B0604020202020204" pitchFamily="34" charset="0"/>
              <a:buChar char="•"/>
            </a:pPr>
            <a:endParaRPr lang="en-IE" dirty="0"/>
          </a:p>
          <a:p>
            <a:pPr marL="285750" indent="-285750">
              <a:buFont typeface="Arial" panose="020B0604020202020204" pitchFamily="34" charset="0"/>
              <a:buChar char="•"/>
            </a:pPr>
            <a:r>
              <a:rPr lang="en-IE" dirty="0"/>
              <a:t>Includes tracks on asteroid belts and space stations</a:t>
            </a:r>
            <a:br>
              <a:rPr lang="en-IE" dirty="0"/>
            </a:br>
            <a:endParaRPr lang="en-IE" dirty="0"/>
          </a:p>
          <a:p>
            <a:pPr marL="285750" indent="-285750">
              <a:buFont typeface="Arial" panose="020B0604020202020204" pitchFamily="34" charset="0"/>
              <a:buChar char="•"/>
            </a:pPr>
            <a:r>
              <a:rPr lang="en-IE" dirty="0"/>
              <a:t>Society more advanced, but tech not extremely developed – Low Sci-Fi</a:t>
            </a:r>
            <a:br>
              <a:rPr lang="en-IE" dirty="0"/>
            </a:br>
            <a:endParaRPr lang="en-IE" dirty="0"/>
          </a:p>
          <a:p>
            <a:pPr marL="285750" indent="-285750">
              <a:buFont typeface="Arial" panose="020B0604020202020204" pitchFamily="34" charset="0"/>
              <a:buChar char="•"/>
            </a:pPr>
            <a:r>
              <a:rPr lang="en-IE" dirty="0"/>
              <a:t>Setting is very competitive – Become best driver, win biggest prizes</a:t>
            </a:r>
          </a:p>
        </p:txBody>
      </p:sp>
    </p:spTree>
    <p:extLst>
      <p:ext uri="{BB962C8B-B14F-4D97-AF65-F5344CB8AC3E}">
        <p14:creationId xmlns:p14="http://schemas.microsoft.com/office/powerpoint/2010/main" val="389980846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docProps/app.xml><?xml version="1.0" encoding="utf-8"?>
<Properties xmlns="http://schemas.openxmlformats.org/officeDocument/2006/extended-properties" xmlns:vt="http://schemas.openxmlformats.org/officeDocument/2006/docPropsVTypes">
  <Template>TM03457485[[fn=Mesh]]</Template>
  <TotalTime>8</TotalTime>
  <Words>96</Words>
  <Application>Microsoft Office PowerPoint</Application>
  <PresentationFormat>Widescreen</PresentationFormat>
  <Paragraphs>8</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Century Gothic</vt:lpstr>
      <vt:lpstr>Mesh</vt:lpstr>
      <vt:lpstr>Need For Speed In Space</vt:lpstr>
      <vt:lpstr>World background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Scott Mitchell</dc:creator>
  <cp:lastModifiedBy>(Student) - Michal Rapciak</cp:lastModifiedBy>
  <cp:revision>5</cp:revision>
  <dcterms:created xsi:type="dcterms:W3CDTF">2021-11-12T10:18:26Z</dcterms:created>
  <dcterms:modified xsi:type="dcterms:W3CDTF">2021-11-12T10:53:26Z</dcterms:modified>
</cp:coreProperties>
</file>