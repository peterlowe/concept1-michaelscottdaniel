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46A88-8511-470E-BCCE-EECDFE831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45030A-D2C6-48F2-B699-201D574C06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BC5412-08EA-43D7-A2F6-F3837CA4E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C01D3D-B7FE-48ED-83FB-57894255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B4821-6FFC-4A6D-A63D-04855A291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79657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0CCB2-89B2-4847-B5D1-AE2D994F0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07E8C-285D-480D-B5E4-6B7A19EA00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7CAC0-D0DD-4391-9E88-20A2E5C61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6C5031-A5C5-42FB-A165-6A26800DB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9E42D-89D7-4B55-B604-5B6F662ED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9847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32E9A-C3F6-46BD-A410-0A02263EC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800D3-1F5B-4E4C-AB84-D18C367A80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D42D72-0FE9-4292-BE83-D317EA5F4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7CA81E-7609-47AC-8FA8-A60A96B07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84EE8-9A9D-4E42-BBD9-C8587C69C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43545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F947B-7601-4F5B-A157-66F4894FE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DB25D-A763-42FD-9484-B04EB5D351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BFAC94-DC85-4F6F-AD2E-881125F930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A4698-8B54-44DF-8D13-2EAD28886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9D8A5F-CBB5-4957-AC25-069160D16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CCCC9C-534F-41E8-A77A-50CC487FA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70193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99F5-9C72-47C3-A4F5-54B07508B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A0BB27-6345-403D-97C0-7600EEE81E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955587-1598-4CBE-A428-741E542E8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90AAFB-D4B1-4399-8CFA-5BD1D36F85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4EF9B5-F480-439F-B0B6-0B6B96389B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27B31C-11D6-48F4-AEAE-29FB8B3EC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28A429-0F3D-49A6-8B18-1FB64352A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1D192-C499-42A1-B006-AB80614C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1363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6051F-AC2E-44B6-9F9A-C0C4A1F32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9EFD42-C23B-4F95-BFE4-C22590E3C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FF6EC0-7500-4295-A2B7-715F7171C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E03F1C-D0A9-4866-AD74-B471E8308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53631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4228D0-C3C5-4FD8-AB57-47CA6E6F3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5C5707-C71D-4DE4-8AF6-755223D33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A5304-6746-41A6-81AA-13A932180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50605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768F6-1056-481C-A46C-2E98AACF8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B43A5-D980-4528-9609-FF0F120C4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1A2033-2390-4B31-AB47-F937D8995A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A3D1DE-65F9-4B93-97C2-9CF106572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CF2A2-0957-41C4-BDF1-DB3D1F17B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97544-54EE-4E2F-9330-0499B9CA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11949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CF44D-3E07-4ED5-B6BA-F1A84F7E8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2FBF7E-1B59-40EA-936F-2E52F8D212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20785-C8FB-450A-B519-E770EC9717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F25EC2-415B-4AD3-A246-AAC322152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AB296B-3576-4067-B461-292056B5C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B9EEC1-70EF-4F20-9FEF-0B971F193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53862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3D93F-2C5D-4BC6-862B-8C4677480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519F8F-78FE-49FC-A357-739CF44F1F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1EDAA-2F72-48B4-ADDA-2115BC25D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711C88-27DF-4F95-828B-6538DA12E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EA3611-BD99-4ACA-A5E7-D8C05ACE7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81121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B85C4-F82A-4B5A-8872-14A11CB345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C15756-A695-4DF6-BEED-68986FE7EF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A9D6B0-644B-4D50-8359-FA59DCB86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7E1A6A-55FA-4F1B-BE14-A5AE9E9B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D15039-AE35-445E-B5D5-FAFB8F3B5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768044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0B2F38-0EA9-4827-A82C-ABE240E61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9BF6EB-00A6-4778-B178-78F242574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33244-4E67-400A-B1A1-660799DB95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E8AFC3-B289-4F9C-94F2-3AE2379794A7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B60840-0A63-4381-BB13-0AE500DBE1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835A45-2E7E-4D77-908B-617FF09558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9C145A-1638-408D-ACDA-8340F1659AB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1697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C9B32-EC48-46E1-BD66-A8CA9155C8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C6D03D-52A2-4557-9D45-8C89F0ADA4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58088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AE877-9D7F-43BE-B31D-3399FEB78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C37E5-44E0-4904-BF45-64354A73ED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9808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F6E3D-11C6-4426-B353-FECAEB1C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B8F23-45C3-4C7A-9B7E-69C69C56C1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223475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B25DC-5384-47C2-882D-0501F6B6C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6D6CBD-6A5D-4718-BB3A-6AF6FE459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20079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835C2-E444-4F01-A7AD-77DD25BB2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ACE9C-A39A-4A82-A4A8-A313E15C3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617867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ECF69-CBBB-48AB-893A-DEC4FC14B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04E66-E9F5-4CD1-8FF0-3E818F950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78409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Scott Mitchell</dc:creator>
  <cp:lastModifiedBy>(Student) - Scott Mitchell</cp:lastModifiedBy>
  <cp:revision>1</cp:revision>
  <dcterms:created xsi:type="dcterms:W3CDTF">2021-11-12T10:18:26Z</dcterms:created>
  <dcterms:modified xsi:type="dcterms:W3CDTF">2021-11-12T10:18:54Z</dcterms:modified>
</cp:coreProperties>
</file>