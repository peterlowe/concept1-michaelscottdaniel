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3374448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411298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2177917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E8AFC3-B289-4F9C-94F2-3AE2379794A7}" type="datetimeFigureOut">
              <a:rPr lang="en-IE" smtClean="0"/>
              <a:t>12/11/2021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3578190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E8AFC3-B289-4F9C-94F2-3AE2379794A7}" type="datetimeFigureOut">
              <a:rPr lang="en-IE" smtClean="0"/>
              <a:t>12/11/2021</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2758670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FE8AFC3-B289-4F9C-94F2-3AE2379794A7}" type="datetimeFigureOut">
              <a:rPr lang="en-IE" smtClean="0"/>
              <a:t>12/11/2021</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789053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E8AFC3-B289-4F9C-94F2-3AE2379794A7}" type="datetimeFigureOut">
              <a:rPr lang="en-IE" smtClean="0"/>
              <a:t>12/11/2021</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78349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FE8AFC3-B289-4F9C-94F2-3AE2379794A7}" type="datetimeFigureOut">
              <a:rPr lang="en-IE" smtClean="0"/>
              <a:t>12/11/2021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206161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6399212" y="5883275"/>
            <a:ext cx="914400" cy="365125"/>
          </a:xfrm>
        </p:spPr>
        <p:txBody>
          <a:bodyPr/>
          <a:lstStyle/>
          <a:p>
            <a:fld id="{2FE8AFC3-B289-4F9C-94F2-3AE2379794A7}" type="datetimeFigureOut">
              <a:rPr lang="en-IE" smtClean="0"/>
              <a:t>12/11/2021</a:t>
            </a:fld>
            <a:endParaRPr lang="en-IE"/>
          </a:p>
        </p:txBody>
      </p:sp>
      <p:sp>
        <p:nvSpPr>
          <p:cNvPr id="6" name="Footer Placeholder 5"/>
          <p:cNvSpPr>
            <a:spLocks noGrp="1"/>
          </p:cNvSpPr>
          <p:nvPr>
            <p:ph type="ftr" sz="quarter" idx="11"/>
          </p:nvPr>
        </p:nvSpPr>
        <p:spPr>
          <a:xfrm>
            <a:off x="1141412" y="5883275"/>
            <a:ext cx="5105400" cy="365125"/>
          </a:xfrm>
        </p:spPr>
        <p:txBody>
          <a:bodyPr/>
          <a:lstStyle/>
          <a:p>
            <a:endParaRPr lang="en-IE"/>
          </a:p>
        </p:txBody>
      </p:sp>
      <p:sp>
        <p:nvSpPr>
          <p:cNvPr id="7" name="Slide Number Placeholder 6"/>
          <p:cNvSpPr>
            <a:spLocks noGrp="1"/>
          </p:cNvSpPr>
          <p:nvPr>
            <p:ph type="sldNum" sz="quarter" idx="12"/>
          </p:nvPr>
        </p:nvSpPr>
        <p:spPr>
          <a:xfrm>
            <a:off x="10742612" y="5883275"/>
            <a:ext cx="322567" cy="365125"/>
          </a:xfrm>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902510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FE8AFC3-B289-4F9C-94F2-3AE2379794A7}" type="datetimeFigureOut">
              <a:rPr lang="en-IE" smtClean="0"/>
              <a:t>12/11/2021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300480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498915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4237004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536602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2824295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719670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448711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2228656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2FE8AFC3-B289-4F9C-94F2-3AE2379794A7}" type="datetimeFigureOut">
              <a:rPr lang="en-IE" smtClean="0"/>
              <a:t>12/11/2021</a:t>
            </a:fld>
            <a:endParaRPr lang="en-IE"/>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E"/>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E39C145A-1638-408D-ACDA-8340F1659AB8}" type="slidenum">
              <a:rPr lang="en-IE" smtClean="0"/>
              <a:t>‹#›</a:t>
            </a:fld>
            <a:endParaRPr lang="en-IE"/>
          </a:p>
        </p:txBody>
      </p:sp>
    </p:spTree>
    <p:extLst>
      <p:ext uri="{BB962C8B-B14F-4D97-AF65-F5344CB8AC3E}">
        <p14:creationId xmlns:p14="http://schemas.microsoft.com/office/powerpoint/2010/main" val="125528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C9B32-EC48-46E1-BD66-A8CA9155C84D}"/>
              </a:ext>
            </a:extLst>
          </p:cNvPr>
          <p:cNvSpPr>
            <a:spLocks noGrp="1"/>
          </p:cNvSpPr>
          <p:nvPr>
            <p:ph type="ctrTitle"/>
          </p:nvPr>
        </p:nvSpPr>
        <p:spPr>
          <a:xfrm>
            <a:off x="1487009" y="119186"/>
            <a:ext cx="9217981" cy="1849838"/>
          </a:xfrm>
        </p:spPr>
        <p:txBody>
          <a:bodyPr/>
          <a:lstStyle/>
          <a:p>
            <a:r>
              <a:rPr lang="en-IE" dirty="0"/>
              <a:t>Need For Speed</a:t>
            </a:r>
            <a:br>
              <a:rPr lang="en-IE" dirty="0"/>
            </a:br>
            <a:r>
              <a:rPr lang="en-IE" dirty="0"/>
              <a:t>In Space</a:t>
            </a:r>
          </a:p>
        </p:txBody>
      </p:sp>
      <p:sp>
        <p:nvSpPr>
          <p:cNvPr id="3" name="Subtitle 2">
            <a:extLst>
              <a:ext uri="{FF2B5EF4-FFF2-40B4-BE49-F238E27FC236}">
                <a16:creationId xmlns:a16="http://schemas.microsoft.com/office/drawing/2014/main" id="{8FC6D03D-52A2-4557-9D45-8C89F0ADA4FB}"/>
              </a:ext>
            </a:extLst>
          </p:cNvPr>
          <p:cNvSpPr>
            <a:spLocks noGrp="1"/>
          </p:cNvSpPr>
          <p:nvPr>
            <p:ph type="subTitle" idx="1"/>
          </p:nvPr>
        </p:nvSpPr>
        <p:spPr>
          <a:xfrm>
            <a:off x="1524000" y="5083052"/>
            <a:ext cx="9144000" cy="1655762"/>
          </a:xfrm>
        </p:spPr>
        <p:txBody>
          <a:bodyPr>
            <a:normAutofit/>
          </a:bodyPr>
          <a:lstStyle/>
          <a:p>
            <a:r>
              <a:rPr lang="en-IE" sz="2400" dirty="0"/>
              <a:t>Need For Speed In Space will be an action racing game set in the vast danger of space. You will have to upgrade your vehicle to last longer in space races as you try and become the greatest driver to do it in this new frontier of racing.</a:t>
            </a:r>
          </a:p>
        </p:txBody>
      </p:sp>
      <p:pic>
        <p:nvPicPr>
          <p:cNvPr id="5" name="Picture 4">
            <a:extLst>
              <a:ext uri="{FF2B5EF4-FFF2-40B4-BE49-F238E27FC236}">
                <a16:creationId xmlns:a16="http://schemas.microsoft.com/office/drawing/2014/main" id="{E273D8F9-A1D5-4A16-943F-BA898E1FFB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1242" y="2084534"/>
            <a:ext cx="3609514" cy="2883008"/>
          </a:xfrm>
          <a:prstGeom prst="rect">
            <a:avLst/>
          </a:prstGeom>
        </p:spPr>
      </p:pic>
    </p:spTree>
    <p:extLst>
      <p:ext uri="{BB962C8B-B14F-4D97-AF65-F5344CB8AC3E}">
        <p14:creationId xmlns:p14="http://schemas.microsoft.com/office/powerpoint/2010/main" val="2658088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AE877-9D7F-43BE-B31D-3399FEB78F13}"/>
              </a:ext>
            </a:extLst>
          </p:cNvPr>
          <p:cNvSpPr>
            <a:spLocks noGrp="1"/>
          </p:cNvSpPr>
          <p:nvPr>
            <p:ph type="title"/>
          </p:nvPr>
        </p:nvSpPr>
        <p:spPr/>
        <p:txBody>
          <a:bodyPr/>
          <a:lstStyle/>
          <a:p>
            <a:r>
              <a:rPr lang="en-IE"/>
              <a:t>World background</a:t>
            </a:r>
            <a:endParaRPr lang="en-IE" dirty="0"/>
          </a:p>
        </p:txBody>
      </p:sp>
      <p:sp>
        <p:nvSpPr>
          <p:cNvPr id="3" name="Content Placeholder 2">
            <a:extLst>
              <a:ext uri="{FF2B5EF4-FFF2-40B4-BE49-F238E27FC236}">
                <a16:creationId xmlns:a16="http://schemas.microsoft.com/office/drawing/2014/main" id="{86FC37E5-44E0-4904-BF45-64354A73ED24}"/>
              </a:ext>
            </a:extLst>
          </p:cNvPr>
          <p:cNvSpPr>
            <a:spLocks noGrp="1"/>
          </p:cNvSpPr>
          <p:nvPr>
            <p:ph idx="1"/>
          </p:nvPr>
        </p:nvSpPr>
        <p:spPr/>
        <p:txBody>
          <a:bodyPr/>
          <a:lstStyle/>
          <a:p>
            <a:endParaRPr lang="en-IE" dirty="0"/>
          </a:p>
        </p:txBody>
      </p:sp>
    </p:spTree>
    <p:extLst>
      <p:ext uri="{BB962C8B-B14F-4D97-AF65-F5344CB8AC3E}">
        <p14:creationId xmlns:p14="http://schemas.microsoft.com/office/powerpoint/2010/main" val="3899808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6E3D-11C6-4426-B353-FECAEB1CCC9B}"/>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925B8F23-45C3-4C7A-9B7E-69C69C56C14D}"/>
              </a:ext>
            </a:extLst>
          </p:cNvPr>
          <p:cNvSpPr>
            <a:spLocks noGrp="1"/>
          </p:cNvSpPr>
          <p:nvPr>
            <p:ph idx="1"/>
          </p:nvPr>
        </p:nvSpPr>
        <p:spPr/>
        <p:txBody>
          <a:bodyPr/>
          <a:lstStyle/>
          <a:p>
            <a:endParaRPr lang="en-IE"/>
          </a:p>
        </p:txBody>
      </p:sp>
    </p:spTree>
    <p:extLst>
      <p:ext uri="{BB962C8B-B14F-4D97-AF65-F5344CB8AC3E}">
        <p14:creationId xmlns:p14="http://schemas.microsoft.com/office/powerpoint/2010/main" val="1322347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25DC-5384-47C2-882D-0501F6B6CCE0}"/>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CA6D6CBD-6A5D-4718-BB3A-6AF6FE459184}"/>
              </a:ext>
            </a:extLst>
          </p:cNvPr>
          <p:cNvSpPr>
            <a:spLocks noGrp="1"/>
          </p:cNvSpPr>
          <p:nvPr>
            <p:ph idx="1"/>
          </p:nvPr>
        </p:nvSpPr>
        <p:spPr/>
        <p:txBody>
          <a:bodyPr/>
          <a:lstStyle/>
          <a:p>
            <a:endParaRPr lang="en-IE"/>
          </a:p>
        </p:txBody>
      </p:sp>
    </p:spTree>
    <p:extLst>
      <p:ext uri="{BB962C8B-B14F-4D97-AF65-F5344CB8AC3E}">
        <p14:creationId xmlns:p14="http://schemas.microsoft.com/office/powerpoint/2010/main" val="3620079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835C2-E444-4F01-A7AD-77DD25BB283B}"/>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5EDACE9C-A39A-4A82-A4A8-A313E15C3F9A}"/>
              </a:ext>
            </a:extLst>
          </p:cNvPr>
          <p:cNvSpPr>
            <a:spLocks noGrp="1"/>
          </p:cNvSpPr>
          <p:nvPr>
            <p:ph idx="1"/>
          </p:nvPr>
        </p:nvSpPr>
        <p:spPr/>
        <p:txBody>
          <a:bodyPr/>
          <a:lstStyle/>
          <a:p>
            <a:endParaRPr lang="en-IE"/>
          </a:p>
        </p:txBody>
      </p:sp>
    </p:spTree>
    <p:extLst>
      <p:ext uri="{BB962C8B-B14F-4D97-AF65-F5344CB8AC3E}">
        <p14:creationId xmlns:p14="http://schemas.microsoft.com/office/powerpoint/2010/main" val="2361786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ECF69-CBBB-48AB-893A-DEC4FC14BFAB}"/>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46604E66-E9F5-4CD1-8FF0-3E818F950034}"/>
              </a:ext>
            </a:extLst>
          </p:cNvPr>
          <p:cNvSpPr>
            <a:spLocks noGrp="1"/>
          </p:cNvSpPr>
          <p:nvPr>
            <p:ph idx="1"/>
          </p:nvPr>
        </p:nvSpPr>
        <p:spPr/>
        <p:txBody>
          <a:bodyPr/>
          <a:lstStyle/>
          <a:p>
            <a:endParaRPr lang="en-IE"/>
          </a:p>
        </p:txBody>
      </p:sp>
    </p:spTree>
    <p:extLst>
      <p:ext uri="{BB962C8B-B14F-4D97-AF65-F5344CB8AC3E}">
        <p14:creationId xmlns:p14="http://schemas.microsoft.com/office/powerpoint/2010/main" val="15784092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3</TotalTime>
  <Words>58</Words>
  <Application>Microsoft Office PowerPoint</Application>
  <PresentationFormat>Widescreen</PresentationFormat>
  <Paragraphs>3</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Century Gothic</vt:lpstr>
      <vt:lpstr>Mesh</vt:lpstr>
      <vt:lpstr>Need For Speed In Space</vt:lpstr>
      <vt:lpstr>World background</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Scott Mitchell</dc:creator>
  <cp:lastModifiedBy>(Student) - Michal Rapciak</cp:lastModifiedBy>
  <cp:revision>3</cp:revision>
  <dcterms:created xsi:type="dcterms:W3CDTF">2021-11-12T10:18:26Z</dcterms:created>
  <dcterms:modified xsi:type="dcterms:W3CDTF">2021-11-12T10:35:55Z</dcterms:modified>
</cp:coreProperties>
</file>