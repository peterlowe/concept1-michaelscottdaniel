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76" d="100"/>
          <a:sy n="76" d="100"/>
        </p:scale>
        <p:origin x="7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833574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911650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920743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E8AFC3-B289-4F9C-94F2-3AE2379794A7}" type="datetimeFigureOut">
              <a:rPr lang="en-IE" smtClean="0"/>
              <a:t>12/11/2021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257375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E8AFC3-B289-4F9C-94F2-3AE2379794A7}" type="datetimeFigureOut">
              <a:rPr lang="en-IE" smtClean="0"/>
              <a:t>12/11/2021</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3396334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FE8AFC3-B289-4F9C-94F2-3AE2379794A7}" type="datetimeFigureOut">
              <a:rPr lang="en-IE" smtClean="0"/>
              <a:t>12/11/2021</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421109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E8AFC3-B289-4F9C-94F2-3AE2379794A7}" type="datetimeFigureOut">
              <a:rPr lang="en-IE" smtClean="0"/>
              <a:t>12/11/2021</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4238023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FE8AFC3-B289-4F9C-94F2-3AE2379794A7}" type="datetimeFigureOut">
              <a:rPr lang="en-IE" smtClean="0"/>
              <a:t>12/11/2021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2314571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6399212" y="5883275"/>
            <a:ext cx="914400" cy="365125"/>
          </a:xfrm>
        </p:spPr>
        <p:txBody>
          <a:bodyPr/>
          <a:lstStyle/>
          <a:p>
            <a:fld id="{2FE8AFC3-B289-4F9C-94F2-3AE2379794A7}" type="datetimeFigureOut">
              <a:rPr lang="en-IE" smtClean="0"/>
              <a:t>12/11/2021</a:t>
            </a:fld>
            <a:endParaRPr lang="en-IE"/>
          </a:p>
        </p:txBody>
      </p:sp>
      <p:sp>
        <p:nvSpPr>
          <p:cNvPr id="6" name="Footer Placeholder 5"/>
          <p:cNvSpPr>
            <a:spLocks noGrp="1"/>
          </p:cNvSpPr>
          <p:nvPr>
            <p:ph type="ftr" sz="quarter" idx="11"/>
          </p:nvPr>
        </p:nvSpPr>
        <p:spPr>
          <a:xfrm>
            <a:off x="1141412" y="5883275"/>
            <a:ext cx="5105400" cy="365125"/>
          </a:xfrm>
        </p:spPr>
        <p:txBody>
          <a:bodyPr/>
          <a:lstStyle/>
          <a:p>
            <a:endParaRPr lang="en-IE"/>
          </a:p>
        </p:txBody>
      </p:sp>
      <p:sp>
        <p:nvSpPr>
          <p:cNvPr id="7" name="Slide Number Placeholder 6"/>
          <p:cNvSpPr>
            <a:spLocks noGrp="1"/>
          </p:cNvSpPr>
          <p:nvPr>
            <p:ph type="sldNum" sz="quarter" idx="12"/>
          </p:nvPr>
        </p:nvSpPr>
        <p:spPr>
          <a:xfrm>
            <a:off x="10742612" y="5883275"/>
            <a:ext cx="322567" cy="365125"/>
          </a:xfrm>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3119985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FE8AFC3-B289-4F9C-94F2-3AE2379794A7}" type="datetimeFigureOut">
              <a:rPr lang="en-IE" smtClean="0"/>
              <a:t>12/11/2021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3894815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2988860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22064281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32550123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25396517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6446811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3990744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261143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2FE8AFC3-B289-4F9C-94F2-3AE2379794A7}" type="datetimeFigureOut">
              <a:rPr lang="en-IE" smtClean="0"/>
              <a:t>12/11/2021</a:t>
            </a:fld>
            <a:endParaRPr lang="en-IE"/>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E"/>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E39C145A-1638-408D-ACDA-8340F1659AB8}" type="slidenum">
              <a:rPr lang="en-IE" smtClean="0"/>
              <a:t>‹#›</a:t>
            </a:fld>
            <a:endParaRPr lang="en-IE"/>
          </a:p>
        </p:txBody>
      </p:sp>
    </p:spTree>
    <p:extLst>
      <p:ext uri="{BB962C8B-B14F-4D97-AF65-F5344CB8AC3E}">
        <p14:creationId xmlns:p14="http://schemas.microsoft.com/office/powerpoint/2010/main" val="13844402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F6E3D-11C6-4426-B353-FECAEB1CCC9B}"/>
              </a:ext>
            </a:extLst>
          </p:cNvPr>
          <p:cNvSpPr>
            <a:spLocks noGrp="1"/>
          </p:cNvSpPr>
          <p:nvPr>
            <p:ph type="title"/>
          </p:nvPr>
        </p:nvSpPr>
        <p:spPr/>
        <p:txBody>
          <a:bodyPr/>
          <a:lstStyle/>
          <a:p>
            <a:r>
              <a:rPr lang="en-IE" sz="4000" dirty="0"/>
              <a:t>Pillars</a:t>
            </a:r>
            <a:endParaRPr lang="en-IE" dirty="0"/>
          </a:p>
        </p:txBody>
      </p:sp>
      <p:sp>
        <p:nvSpPr>
          <p:cNvPr id="3" name="Content Placeholder 2">
            <a:extLst>
              <a:ext uri="{FF2B5EF4-FFF2-40B4-BE49-F238E27FC236}">
                <a16:creationId xmlns:a16="http://schemas.microsoft.com/office/drawing/2014/main" id="{925B8F23-45C3-4C7A-9B7E-69C69C56C14D}"/>
              </a:ext>
            </a:extLst>
          </p:cNvPr>
          <p:cNvSpPr>
            <a:spLocks noGrp="1"/>
          </p:cNvSpPr>
          <p:nvPr>
            <p:ph idx="1"/>
          </p:nvPr>
        </p:nvSpPr>
        <p:spPr>
          <a:xfrm>
            <a:off x="1141413" y="2666999"/>
            <a:ext cx="4954587" cy="3124201"/>
          </a:xfrm>
        </p:spPr>
        <p:txBody>
          <a:bodyPr>
            <a:normAutofit/>
          </a:bodyPr>
          <a:lstStyle/>
          <a:p>
            <a:r>
              <a:rPr lang="en-US" sz="2400" dirty="0"/>
              <a:t>Satisfying sense of speed.</a:t>
            </a:r>
          </a:p>
          <a:p>
            <a:r>
              <a:rPr lang="en-US" sz="2400" dirty="0"/>
              <a:t>Graphics that sell the rocket motion.</a:t>
            </a:r>
          </a:p>
          <a:p>
            <a:r>
              <a:rPr lang="en-US" sz="2400" dirty="0"/>
              <a:t>Tight controls to match the fantasy of greater speeds than our world.</a:t>
            </a:r>
            <a:endParaRPr lang="en-IE" sz="2400" dirty="0"/>
          </a:p>
        </p:txBody>
      </p:sp>
      <p:pic>
        <p:nvPicPr>
          <p:cNvPr id="5" name="Picture 4">
            <a:extLst>
              <a:ext uri="{FF2B5EF4-FFF2-40B4-BE49-F238E27FC236}">
                <a16:creationId xmlns:a16="http://schemas.microsoft.com/office/drawing/2014/main" id="{5F8F3835-18CA-4D86-8A2F-8119F7B1FB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4412" y="2514600"/>
            <a:ext cx="5473148" cy="307848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1322347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B25DC-5384-47C2-882D-0501F6B6CCE0}"/>
              </a:ext>
            </a:extLst>
          </p:cNvPr>
          <p:cNvSpPr>
            <a:spLocks noGrp="1"/>
          </p:cNvSpPr>
          <p:nvPr>
            <p:ph type="title"/>
          </p:nvPr>
        </p:nvSpPr>
        <p:spPr/>
        <p:txBody>
          <a:bodyPr/>
          <a:lstStyle/>
          <a:p>
            <a:r>
              <a:rPr lang="en-IE" sz="4000" dirty="0"/>
              <a:t>Gameplay</a:t>
            </a:r>
            <a:endParaRPr lang="en-IE" dirty="0"/>
          </a:p>
        </p:txBody>
      </p:sp>
      <p:sp>
        <p:nvSpPr>
          <p:cNvPr id="3" name="Content Placeholder 2">
            <a:extLst>
              <a:ext uri="{FF2B5EF4-FFF2-40B4-BE49-F238E27FC236}">
                <a16:creationId xmlns:a16="http://schemas.microsoft.com/office/drawing/2014/main" id="{CA6D6CBD-6A5D-4718-BB3A-6AF6FE459184}"/>
              </a:ext>
            </a:extLst>
          </p:cNvPr>
          <p:cNvSpPr>
            <a:spLocks noGrp="1"/>
          </p:cNvSpPr>
          <p:nvPr>
            <p:ph idx="1"/>
          </p:nvPr>
        </p:nvSpPr>
        <p:spPr>
          <a:xfrm>
            <a:off x="791954" y="1956766"/>
            <a:ext cx="4702796" cy="4417530"/>
          </a:xfrm>
        </p:spPr>
        <p:txBody>
          <a:bodyPr>
            <a:noAutofit/>
          </a:bodyPr>
          <a:lstStyle/>
          <a:p>
            <a:r>
              <a:rPr lang="en-US" sz="2400" dirty="0"/>
              <a:t>The game experience resembles the known franchise Need for Speed but in this installment the adrenaline comes with rocket propelled shutters going at greater velocity everything controlled by your actions, which makes the gameplay interesting and dangerously addictive.</a:t>
            </a:r>
            <a:endParaRPr lang="en-IE" sz="2400" dirty="0"/>
          </a:p>
        </p:txBody>
      </p:sp>
      <p:pic>
        <p:nvPicPr>
          <p:cNvPr id="5" name="Picture 4">
            <a:extLst>
              <a:ext uri="{FF2B5EF4-FFF2-40B4-BE49-F238E27FC236}">
                <a16:creationId xmlns:a16="http://schemas.microsoft.com/office/drawing/2014/main" id="{8A7304F1-522D-4988-87D2-846493A96E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4412" y="2263637"/>
            <a:ext cx="5552661" cy="3123372"/>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extLst>
      <p:ext uri="{BB962C8B-B14F-4D97-AF65-F5344CB8AC3E}">
        <p14:creationId xmlns:p14="http://schemas.microsoft.com/office/powerpoint/2010/main" val="3620079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otalTime>0</TotalTime>
  <Words>67</Words>
  <Application>Microsoft Office PowerPoint</Application>
  <PresentationFormat>Widescreen</PresentationFormat>
  <Paragraphs>6</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Century Gothic</vt:lpstr>
      <vt:lpstr>Mesh</vt:lpstr>
      <vt:lpstr>Pillars</vt:lpstr>
      <vt:lpstr>Gameplay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Pillars</dc:title>
  <dc:creator>(Student) - Daniel Mendioza Serment</dc:creator>
  <cp:lastModifiedBy>(Student) - Daniel Mendioza Serment</cp:lastModifiedBy>
  <cp:revision>1</cp:revision>
  <dcterms:created xsi:type="dcterms:W3CDTF">2021-11-12T10:58:15Z</dcterms:created>
  <dcterms:modified xsi:type="dcterms:W3CDTF">2021-11-12T10:58:33Z</dcterms:modified>
</cp:coreProperties>
</file>